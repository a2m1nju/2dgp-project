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76" r:id="rId3"/>
    <p:sldId id="278" r:id="rId4"/>
    <p:sldId id="277" r:id="rId5"/>
  </p:sldIdLst>
  <p:sldSz cx="12192000" cy="6858000"/>
  <p:notesSz cx="6858000" cy="9144000"/>
  <p:embeddedFontLst>
    <p:embeddedFont>
      <p:font typeface="맑은 고딕" panose="020B0503020000020004" pitchFamily="50" charset="-127"/>
      <p:regular r:id="rId6"/>
      <p:bold r:id="rId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7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F1E9"/>
    <a:srgbClr val="64C044"/>
    <a:srgbClr val="CE9D0E"/>
    <a:srgbClr val="FFC000"/>
    <a:srgbClr val="F2F2F2"/>
    <a:srgbClr val="D1B747"/>
    <a:srgbClr val="F02472"/>
    <a:srgbClr val="78823A"/>
    <a:srgbClr val="BC6A26"/>
    <a:srgbClr val="C265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19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966"/>
      </p:cViewPr>
      <p:guideLst>
        <p:guide orient="horz" pos="2092"/>
        <p:guide pos="37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E5EA-FC9D-44B5-B7E3-D54953EA950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C413F-4088-4F59-8A25-BBB80274E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00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E5EA-FC9D-44B5-B7E3-D54953EA950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C413F-4088-4F59-8A25-BBB80274E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E5EA-FC9D-44B5-B7E3-D54953EA950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C413F-4088-4F59-8A25-BBB80274E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459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E5EA-FC9D-44B5-B7E3-D54953EA950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C413F-4088-4F59-8A25-BBB80274E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70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E5EA-FC9D-44B5-B7E3-D54953EA950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C413F-4088-4F59-8A25-BBB80274E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475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E5EA-FC9D-44B5-B7E3-D54953EA950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C413F-4088-4F59-8A25-BBB80274E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065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0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E5EA-FC9D-44B5-B7E3-D54953EA950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C413F-4088-4F59-8A25-BBB80274E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55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E5EA-FC9D-44B5-B7E3-D54953EA950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C413F-4088-4F59-8A25-BBB80274E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724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E5EA-FC9D-44B5-B7E3-D54953EA950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C413F-4088-4F59-8A25-BBB80274E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666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E5EA-FC9D-44B5-B7E3-D54953EA950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C413F-4088-4F59-8A25-BBB80274E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19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DE5EA-FC9D-44B5-B7E3-D54953EA950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C413F-4088-4F59-8A25-BBB80274E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168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3184634"/>
            <a:ext cx="12192000" cy="620111"/>
          </a:xfrm>
          <a:prstGeom prst="rect">
            <a:avLst/>
          </a:prstGeom>
          <a:solidFill>
            <a:srgbClr val="64C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모서리가 둥근 직사각형 1"/>
          <p:cNvSpPr/>
          <p:nvPr/>
        </p:nvSpPr>
        <p:spPr>
          <a:xfrm>
            <a:off x="2261818" y="2321472"/>
            <a:ext cx="7668363" cy="2215055"/>
          </a:xfrm>
          <a:prstGeom prst="roundRect">
            <a:avLst>
              <a:gd name="adj" fmla="val 50000"/>
            </a:avLst>
          </a:prstGeom>
          <a:solidFill>
            <a:srgbClr val="64C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2490953" y="2543877"/>
            <a:ext cx="7220606" cy="177024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699640" y="2778571"/>
            <a:ext cx="47927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ea typeface="12롯데마트드림Bold" panose="02020603020101020101" pitchFamily="18" charset="-127"/>
              </a:rPr>
              <a:t>2D </a:t>
            </a:r>
            <a:r>
              <a:rPr lang="ko-KR" altLang="en-US" sz="4000" b="1" dirty="0">
                <a:ea typeface="12롯데마트드림Bold" panose="02020603020101020101" pitchFamily="18" charset="-127"/>
              </a:rPr>
              <a:t>게임 프로그래밍</a:t>
            </a:r>
            <a:endParaRPr lang="en-US" altLang="ko-KR" sz="4000" b="1" dirty="0">
              <a:ea typeface="12롯데마트드림Bold" panose="02020603020101020101" pitchFamily="18" charset="-127"/>
            </a:endParaRPr>
          </a:p>
          <a:p>
            <a:pPr algn="ctr"/>
            <a:r>
              <a:rPr lang="en-US" altLang="ko-KR" sz="4000" b="1" dirty="0">
                <a:ea typeface="12롯데마트드림Bold" panose="02020603020101020101" pitchFamily="18" charset="-127"/>
              </a:rPr>
              <a:t>2</a:t>
            </a:r>
            <a:r>
              <a:rPr lang="ko-KR" altLang="en-US" sz="4000" b="1" dirty="0">
                <a:ea typeface="12롯데마트드림Bold" panose="02020603020101020101" pitchFamily="18" charset="-127"/>
              </a:rPr>
              <a:t>차 발표</a:t>
            </a:r>
            <a:endParaRPr lang="en-US" altLang="ko-KR" sz="4000" b="1" dirty="0">
              <a:ea typeface="12롯데마트드림Bold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43055" y="2963238"/>
            <a:ext cx="16332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12</a:t>
            </a:r>
            <a:endParaRPr lang="ko-KR" altLang="en-US" sz="4800" dirty="0">
              <a:solidFill>
                <a:schemeClr val="bg1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09FFBE-5EE2-CDE1-83EB-51CEB4DF0523}"/>
              </a:ext>
            </a:extLst>
          </p:cNvPr>
          <p:cNvSpPr txBox="1"/>
          <p:nvPr/>
        </p:nvSpPr>
        <p:spPr>
          <a:xfrm>
            <a:off x="8145071" y="6153085"/>
            <a:ext cx="4160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ea typeface="12롯데마트드림Bold" panose="02020603020101020101" pitchFamily="18" charset="-127"/>
              </a:rPr>
              <a:t>2024180032 </a:t>
            </a:r>
            <a:r>
              <a:rPr lang="ko-KR" altLang="en-US" sz="2800" b="1" dirty="0">
                <a:ea typeface="12롯데마트드림Bold" panose="02020603020101020101" pitchFamily="18" charset="-127"/>
              </a:rPr>
              <a:t>최민주</a:t>
            </a:r>
            <a:endParaRPr lang="en-US" altLang="ko-KR" sz="2800" b="1" dirty="0"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2816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AC4E2-400D-5578-A882-927909AD2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DC2E4A8-D5C3-7B1A-944F-3DCD5ECB3A8F}"/>
              </a:ext>
            </a:extLst>
          </p:cNvPr>
          <p:cNvSpPr/>
          <p:nvPr/>
        </p:nvSpPr>
        <p:spPr>
          <a:xfrm>
            <a:off x="-36512" y="655843"/>
            <a:ext cx="12228512" cy="361374"/>
          </a:xfrm>
          <a:prstGeom prst="rect">
            <a:avLst/>
          </a:prstGeom>
          <a:solidFill>
            <a:srgbClr val="64C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DF89FD94-D753-8AA1-12A4-EBDF99185BF9}"/>
              </a:ext>
            </a:extLst>
          </p:cNvPr>
          <p:cNvSpPr/>
          <p:nvPr/>
        </p:nvSpPr>
        <p:spPr>
          <a:xfrm>
            <a:off x="472966" y="315310"/>
            <a:ext cx="6379780" cy="956441"/>
          </a:xfrm>
          <a:prstGeom prst="roundRect">
            <a:avLst>
              <a:gd name="adj" fmla="val 50000"/>
            </a:avLst>
          </a:prstGeom>
          <a:solidFill>
            <a:srgbClr val="64C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C42BD321-E229-5367-CCA2-D126AA8D8425}"/>
              </a:ext>
            </a:extLst>
          </p:cNvPr>
          <p:cNvSpPr/>
          <p:nvPr/>
        </p:nvSpPr>
        <p:spPr>
          <a:xfrm>
            <a:off x="556165" y="409900"/>
            <a:ext cx="6169571" cy="7593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C6933E9-C405-745A-5A58-B1F0F63F6DFD}"/>
              </a:ext>
            </a:extLst>
          </p:cNvPr>
          <p:cNvSpPr/>
          <p:nvPr/>
        </p:nvSpPr>
        <p:spPr>
          <a:xfrm>
            <a:off x="761445" y="483070"/>
            <a:ext cx="625920" cy="613041"/>
          </a:xfrm>
          <a:prstGeom prst="ellipse">
            <a:avLst/>
          </a:prstGeom>
          <a:solidFill>
            <a:srgbClr val="64C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098445-51F3-9A44-5A38-B28B2E4F22F7}"/>
              </a:ext>
            </a:extLst>
          </p:cNvPr>
          <p:cNvSpPr txBox="1"/>
          <p:nvPr/>
        </p:nvSpPr>
        <p:spPr>
          <a:xfrm>
            <a:off x="858829" y="466424"/>
            <a:ext cx="493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12롯데마트드림Bold" panose="02020603020101020101" pitchFamily="18" charset="-127"/>
                <a:cs typeface="+mn-cs"/>
              </a:rPr>
              <a:t>1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12롯데마트드림Bold" panose="02020603020101020101" pitchFamily="18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6D4A61-05CB-84C5-3BFF-42A55C3DF021}"/>
              </a:ext>
            </a:extLst>
          </p:cNvPr>
          <p:cNvSpPr txBox="1"/>
          <p:nvPr/>
        </p:nvSpPr>
        <p:spPr>
          <a:xfrm>
            <a:off x="1653587" y="527978"/>
            <a:ext cx="4160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12롯데마트드림Bold" panose="02020603020101020101" pitchFamily="18" charset="-127"/>
                <a:cs typeface="+mn-cs"/>
              </a:rPr>
              <a:t>개발 일정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12롯데마트드림Bold" panose="02020603020101020101" pitchFamily="18" charset="-127"/>
              <a:cs typeface="+mn-cs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41BC38E2-2D5E-B685-EBAC-D8156AD11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761611"/>
              </p:ext>
            </p:extLst>
          </p:nvPr>
        </p:nvGraphicFramePr>
        <p:xfrm>
          <a:off x="556165" y="1453287"/>
          <a:ext cx="11080514" cy="5212982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932228333"/>
                    </a:ext>
                  </a:extLst>
                </a:gridCol>
                <a:gridCol w="1011936">
                  <a:extLst>
                    <a:ext uri="{9D8B030D-6E8A-4147-A177-3AD203B41FA5}">
                      <a16:colId xmlns:a16="http://schemas.microsoft.com/office/drawing/2014/main" val="1456494408"/>
                    </a:ext>
                  </a:extLst>
                </a:gridCol>
                <a:gridCol w="8570976">
                  <a:extLst>
                    <a:ext uri="{9D8B030D-6E8A-4147-A177-3AD203B41FA5}">
                      <a16:colId xmlns:a16="http://schemas.microsoft.com/office/drawing/2014/main" val="3413507065"/>
                    </a:ext>
                  </a:extLst>
                </a:gridCol>
                <a:gridCol w="749223">
                  <a:extLst>
                    <a:ext uri="{9D8B030D-6E8A-4147-A177-3AD203B41FA5}">
                      <a16:colId xmlns:a16="http://schemas.microsoft.com/office/drawing/2014/main" val="1922681550"/>
                    </a:ext>
                  </a:extLst>
                </a:gridCol>
              </a:tblGrid>
              <a:tr h="399149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주차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계획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게임 리소스 수집 및 개발 환경 구축 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BF1E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100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614814"/>
                  </a:ext>
                </a:extLst>
              </a:tr>
              <a:tr h="3991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결과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게임 리소스 수집 및 개발 환경 구축 </a:t>
                      </a: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완료</a:t>
                      </a:r>
                      <a:endParaRPr lang="ko-KR" alt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84174"/>
                  </a:ext>
                </a:extLst>
              </a:tr>
              <a:tr h="399149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주차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계획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플레이어 캐릭터 이동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점프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기본 공격 구현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90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88893518"/>
                  </a:ext>
                </a:extLst>
              </a:tr>
              <a:tr h="3991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결과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이동</a:t>
                      </a:r>
                      <a:r>
                        <a:rPr lang="en-US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기본공격 구현 완료</a:t>
                      </a:r>
                      <a:r>
                        <a:rPr lang="en-US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점프 구현은 됐으나 어색함이 있어 수정 필요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754218"/>
                  </a:ext>
                </a:extLst>
              </a:tr>
              <a:tr h="399149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주차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계획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적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AI 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구현 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90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77802299"/>
                  </a:ext>
                </a:extLst>
              </a:tr>
              <a:tr h="3991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결과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근거리 적 구현 완료</a:t>
                      </a:r>
                      <a:r>
                        <a:rPr lang="en-US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원거리 적 대부분 구현됐으나 이동 로직 수정 필요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46706"/>
                  </a:ext>
                </a:extLst>
              </a:tr>
              <a:tr h="399149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주차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계획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스킬 시스템 추가 및 이펙트 구현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100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5145402"/>
                  </a:ext>
                </a:extLst>
              </a:tr>
              <a:tr h="3991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결과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Q : </a:t>
                      </a: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번개</a:t>
                      </a:r>
                      <a:r>
                        <a:rPr lang="en-US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E : </a:t>
                      </a:r>
                      <a:r>
                        <a:rPr lang="ko-KR" alt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쉴드</a:t>
                      </a: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스킬 및 이펙트 구현 완료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880854"/>
                  </a:ext>
                </a:extLst>
              </a:tr>
              <a:tr h="35666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주차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계획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UI(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체력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/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경험치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/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진행도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 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및 아이템 시스템 구현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42383174"/>
                  </a:ext>
                </a:extLst>
              </a:tr>
              <a:tr h="472327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  <a:r>
                        <a:rPr lang="ko-KR" sz="1800" b="1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주차</a:t>
                      </a:r>
                      <a:endParaRPr lang="ko-KR" sz="18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계획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상점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정비 공간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 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기능 구현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아이템 구매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&amp; 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장비 강화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9022343"/>
                  </a:ext>
                </a:extLst>
              </a:tr>
              <a:tr h="339277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주차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계획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사운드 적용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배경음악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+ 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효과음 추가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), </a:t>
                      </a:r>
                      <a:r>
                        <a:rPr lang="ko-KR" sz="1800" b="1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보스전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패턴 구현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7231330"/>
                  </a:ext>
                </a:extLst>
              </a:tr>
              <a:tr h="42576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주차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계획</a:t>
                      </a:r>
                      <a:endParaRPr lang="ko-KR" alt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전체 스테이지 구성 및 밸런스 조정  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99322722"/>
                  </a:ext>
                </a:extLst>
              </a:tr>
              <a:tr h="42576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  <a:r>
                        <a:rPr lang="ko-KR" sz="1800" b="1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주차</a:t>
                      </a:r>
                      <a:endParaRPr lang="ko-KR" sz="18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계획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최종 제작 및 마무리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083642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60057E5-A9D9-73F6-5739-00983F3B9CC0}"/>
              </a:ext>
            </a:extLst>
          </p:cNvPr>
          <p:cNvSpPr txBox="1"/>
          <p:nvPr/>
        </p:nvSpPr>
        <p:spPr>
          <a:xfrm>
            <a:off x="7155410" y="605697"/>
            <a:ext cx="2744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ea typeface="12롯데마트드림Bold" panose="02020603020101020101"/>
              </a:rPr>
              <a:t>평균 진행률 </a:t>
            </a:r>
            <a:r>
              <a:rPr lang="en-US" altLang="ko-KR" sz="2400" b="1" dirty="0">
                <a:ea typeface="12롯데마트드림Bold" panose="02020603020101020101"/>
              </a:rPr>
              <a:t>: 42.2</a:t>
            </a:r>
            <a:endParaRPr lang="ko-KR" altLang="en-US" sz="2400" b="1" dirty="0">
              <a:ea typeface="12롯데마트드림Bold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3905549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2CA02-13D8-CB97-C661-043BE24CD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EC6096C-25F0-A507-1D32-F75085ED7609}"/>
              </a:ext>
            </a:extLst>
          </p:cNvPr>
          <p:cNvSpPr/>
          <p:nvPr/>
        </p:nvSpPr>
        <p:spPr>
          <a:xfrm>
            <a:off x="-36512" y="655843"/>
            <a:ext cx="12228512" cy="361374"/>
          </a:xfrm>
          <a:prstGeom prst="rect">
            <a:avLst/>
          </a:prstGeom>
          <a:solidFill>
            <a:srgbClr val="64C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93570F19-D93A-21AC-FAAD-0EC8F163EBFD}"/>
              </a:ext>
            </a:extLst>
          </p:cNvPr>
          <p:cNvSpPr/>
          <p:nvPr/>
        </p:nvSpPr>
        <p:spPr>
          <a:xfrm>
            <a:off x="472966" y="315310"/>
            <a:ext cx="6379780" cy="956441"/>
          </a:xfrm>
          <a:prstGeom prst="roundRect">
            <a:avLst>
              <a:gd name="adj" fmla="val 50000"/>
            </a:avLst>
          </a:prstGeom>
          <a:solidFill>
            <a:srgbClr val="64C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DBE502C2-7F8D-E220-0726-994B939A8959}"/>
              </a:ext>
            </a:extLst>
          </p:cNvPr>
          <p:cNvSpPr/>
          <p:nvPr/>
        </p:nvSpPr>
        <p:spPr>
          <a:xfrm>
            <a:off x="556165" y="409900"/>
            <a:ext cx="6169571" cy="7593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0480909-7883-5BC5-4B4A-593F8ACCAC05}"/>
              </a:ext>
            </a:extLst>
          </p:cNvPr>
          <p:cNvSpPr/>
          <p:nvPr/>
        </p:nvSpPr>
        <p:spPr>
          <a:xfrm>
            <a:off x="761445" y="483070"/>
            <a:ext cx="625920" cy="613041"/>
          </a:xfrm>
          <a:prstGeom prst="ellipse">
            <a:avLst/>
          </a:prstGeom>
          <a:solidFill>
            <a:srgbClr val="64C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A8396E-CEE2-7700-42A1-5055DAF41DAF}"/>
              </a:ext>
            </a:extLst>
          </p:cNvPr>
          <p:cNvSpPr txBox="1"/>
          <p:nvPr/>
        </p:nvSpPr>
        <p:spPr>
          <a:xfrm>
            <a:off x="858829" y="466424"/>
            <a:ext cx="493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12롯데마트드림Bold" panose="02020603020101020101" pitchFamily="18" charset="-127"/>
                <a:cs typeface="+mn-cs"/>
              </a:rPr>
              <a:t>2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12롯데마트드림Bold" panose="02020603020101020101" pitchFamily="18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DC1485-3DF5-ABCF-30DB-4E1072CDE1C1}"/>
              </a:ext>
            </a:extLst>
          </p:cNvPr>
          <p:cNvSpPr txBox="1"/>
          <p:nvPr/>
        </p:nvSpPr>
        <p:spPr>
          <a:xfrm>
            <a:off x="1653587" y="527978"/>
            <a:ext cx="4160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dirty="0">
                <a:solidFill>
                  <a:prstClr val="black"/>
                </a:solidFill>
                <a:ea typeface="12롯데마트드림Bold" panose="02020603020101020101" pitchFamily="18" charset="-127"/>
              </a:rPr>
              <a:t>변경 사항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12롯데마트드림Bold" panose="02020603020101020101" pitchFamily="18" charset="-127"/>
              <a:cs typeface="+mn-cs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E432307E-CB16-BFD0-00E1-D82DDB079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627175"/>
              </p:ext>
            </p:extLst>
          </p:nvPr>
        </p:nvGraphicFramePr>
        <p:xfrm>
          <a:off x="556165" y="1453287"/>
          <a:ext cx="11080514" cy="5222076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932228333"/>
                    </a:ext>
                  </a:extLst>
                </a:gridCol>
                <a:gridCol w="1011936">
                  <a:extLst>
                    <a:ext uri="{9D8B030D-6E8A-4147-A177-3AD203B41FA5}">
                      <a16:colId xmlns:a16="http://schemas.microsoft.com/office/drawing/2014/main" val="1456494408"/>
                    </a:ext>
                  </a:extLst>
                </a:gridCol>
                <a:gridCol w="8570976">
                  <a:extLst>
                    <a:ext uri="{9D8B030D-6E8A-4147-A177-3AD203B41FA5}">
                      <a16:colId xmlns:a16="http://schemas.microsoft.com/office/drawing/2014/main" val="3413507065"/>
                    </a:ext>
                  </a:extLst>
                </a:gridCol>
                <a:gridCol w="749223">
                  <a:extLst>
                    <a:ext uri="{9D8B030D-6E8A-4147-A177-3AD203B41FA5}">
                      <a16:colId xmlns:a16="http://schemas.microsoft.com/office/drawing/2014/main" val="1922681550"/>
                    </a:ext>
                  </a:extLst>
                </a:gridCol>
              </a:tblGrid>
              <a:tr h="399149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주차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계획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게임 리소스 수집 및 개발 환경 구축 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BF1E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100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614814"/>
                  </a:ext>
                </a:extLst>
              </a:tr>
              <a:tr h="3991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결과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게임 리소스 수집 및 개발 환경 구축 </a:t>
                      </a: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완료</a:t>
                      </a:r>
                      <a:endParaRPr lang="ko-KR" alt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84174"/>
                  </a:ext>
                </a:extLst>
              </a:tr>
              <a:tr h="399149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주차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계획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플레이어 캐릭터 이동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점프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기본 공격 구현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90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88893518"/>
                  </a:ext>
                </a:extLst>
              </a:tr>
              <a:tr h="3991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결과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이동</a:t>
                      </a:r>
                      <a:r>
                        <a:rPr lang="en-US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기본공격 구현 완료</a:t>
                      </a:r>
                      <a:r>
                        <a:rPr lang="en-US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점프 구현은 됐으나 어색함이 있어 수정 필요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754218"/>
                  </a:ext>
                </a:extLst>
              </a:tr>
              <a:tr h="399149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주차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계획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적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AI 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구현 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90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77802299"/>
                  </a:ext>
                </a:extLst>
              </a:tr>
              <a:tr h="3991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결과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근거리 적 구현 완료</a:t>
                      </a:r>
                      <a:r>
                        <a:rPr lang="en-US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원거리 적 대부분 구현됐으나 이동 로직 수정 필요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46706"/>
                  </a:ext>
                </a:extLst>
              </a:tr>
              <a:tr h="399149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주차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계획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스킬 시스템 추가 및 이펙트 구현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100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5145402"/>
                  </a:ext>
                </a:extLst>
              </a:tr>
              <a:tr h="3991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결과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Q : </a:t>
                      </a: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번개</a:t>
                      </a:r>
                      <a:r>
                        <a:rPr lang="en-US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E : </a:t>
                      </a:r>
                      <a:r>
                        <a:rPr lang="ko-KR" alt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쉴드</a:t>
                      </a: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스킬 및 이펙트 구현 완료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880854"/>
                  </a:ext>
                </a:extLst>
              </a:tr>
              <a:tr h="35666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주차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계획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UI(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체력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/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경험치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/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진행도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 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및 아이템 시스템 구현</a:t>
                      </a:r>
                      <a:r>
                        <a:rPr lang="en-US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altLang="ko-KR" sz="24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+ 2</a:t>
                      </a:r>
                      <a:r>
                        <a:rPr lang="ko-KR" altLang="en-US" sz="24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스테이지 구현</a:t>
                      </a:r>
                      <a:endParaRPr lang="ko-KR" sz="1800" b="1" kern="100" dirty="0">
                        <a:solidFill>
                          <a:srgbClr val="FF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42383174"/>
                  </a:ext>
                </a:extLst>
              </a:tr>
              <a:tr h="472327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  <a:r>
                        <a:rPr lang="ko-KR" sz="1800" b="1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주차</a:t>
                      </a:r>
                      <a:endParaRPr lang="ko-KR" sz="18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계획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상점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정비 공간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 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기능 구현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아이템 구매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&amp; 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장비 강화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9022343"/>
                  </a:ext>
                </a:extLst>
              </a:tr>
              <a:tr h="339277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주차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계획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사운드 적용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배경음악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+ 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효과음 추가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), </a:t>
                      </a:r>
                      <a:r>
                        <a:rPr lang="ko-KR" sz="1800" b="1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보스전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패턴 구현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7231330"/>
                  </a:ext>
                </a:extLst>
              </a:tr>
              <a:tr h="42576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주차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계획</a:t>
                      </a:r>
                      <a:endParaRPr lang="ko-KR" alt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전체 스테이지 구성 및 밸런스 조정  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99322722"/>
                  </a:ext>
                </a:extLst>
              </a:tr>
              <a:tr h="42576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  <a:r>
                        <a:rPr lang="ko-KR" sz="1800" b="1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주차</a:t>
                      </a:r>
                      <a:endParaRPr lang="ko-KR" sz="18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계획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최종 제작 및 마무리</a:t>
                      </a: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</a:pPr>
                      <a:endParaRPr lang="ko-KR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08364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83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C09E901-26DD-5D1E-2410-7960A1F6D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583" y="98973"/>
            <a:ext cx="10142834" cy="666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450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327</Words>
  <Application>Microsoft Office PowerPoint</Application>
  <PresentationFormat>와이드스크린</PresentationFormat>
  <Paragraphs>87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Arial</vt:lpstr>
      <vt:lpstr>맑은 고딕</vt:lpstr>
      <vt:lpstr>12롯데마트드림Bold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최민주(2024180032)</cp:lastModifiedBy>
  <cp:revision>29</cp:revision>
  <dcterms:created xsi:type="dcterms:W3CDTF">2020-07-11T06:38:07Z</dcterms:created>
  <dcterms:modified xsi:type="dcterms:W3CDTF">2025-11-12T13:57:54Z</dcterms:modified>
</cp:coreProperties>
</file>